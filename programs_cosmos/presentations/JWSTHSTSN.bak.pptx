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52"/>
    <p:restoredTop sz="94658"/>
  </p:normalViewPr>
  <p:slideViewPr>
    <p:cSldViewPr snapToGrid="0">
      <p:cViewPr varScale="1">
        <p:scale>
          <a:sx n="120" d="100"/>
          <a:sy n="120" d="100"/>
        </p:scale>
        <p:origin x="18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ECA49-44BC-B0C3-DBD0-56DF0A5D48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5E363C-2F07-2339-2E7A-0DC8653175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FA242-875D-D82E-C3D2-1EE3D971A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7523-C322-5D46-BBF8-C08B31F7E84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14182-4259-7262-6ECD-B9BE9184C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321DA-7BA5-08EF-FD70-6503BB2B7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2CD6-A6AF-444E-8954-F6B5C6C7A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752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44A6D-817A-90C1-AE7B-917C36889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126E4-BEB5-D930-8B83-B40A64D33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CF146-8514-C0F1-E850-2D3DD58BC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7523-C322-5D46-BBF8-C08B31F7E84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9BB6C-5601-B70A-15DF-C89F258A2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75FF6-49AD-2E41-3537-17E68E8C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2CD6-A6AF-444E-8954-F6B5C6C7A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7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F8107-D5D2-DA76-17C3-030C557F1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3988D-6064-FBA4-82AA-5A2A5F90F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C4787-CB0A-24E6-2D35-F1BAA2614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7523-C322-5D46-BBF8-C08B31F7E84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09E85-4F59-8B4D-854F-10309C7BD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3A328-2964-8C07-A868-44CC79D5A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2CD6-A6AF-444E-8954-F6B5C6C7A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454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F52AF-62E0-7474-3C54-3F0AC3E82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1E725-D12F-7959-3467-84799D505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25C79C-9884-6814-42CD-B18E2A63A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32097-1314-DE29-8468-F7400FC36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7523-C322-5D46-BBF8-C08B31F7E84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EB375-3F26-2B6E-5A9C-B396ED89D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90045-2EED-E8C1-4704-23EB7D4B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2CD6-A6AF-444E-8954-F6B5C6C7A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90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DA5CE-DB51-3A0A-96F6-52929EFB0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EE926-F5A8-ED85-3BDA-4E618C278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9FB327-78BB-1189-A79D-5629BD0BD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4AC637-66B4-7C25-F6EB-6EA9D65FB2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F63E32-EA5B-C706-6A29-2034FAE6A5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88DF3D-2D74-B931-3FBF-2C8CA9E02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7523-C322-5D46-BBF8-C08B31F7E844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60439F-66A1-1250-F6CF-2DABDA064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D1D499-C113-DD36-056D-7F5F475D9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2CD6-A6AF-444E-8954-F6B5C6C7A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79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CF42D-2B9B-1C5E-6699-66B6ACD09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658C3C-AACC-2BCD-2E34-4CD32A912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7523-C322-5D46-BBF8-C08B31F7E844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89C50C-8DBA-CBD2-E66F-A67C0E73C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2A457-9833-867D-7A1F-FD069EC4B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2CD6-A6AF-444E-8954-F6B5C6C7A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03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62C12F-65F8-6852-BC95-F2BE03F26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7523-C322-5D46-BBF8-C08B31F7E844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E4743E-5129-A113-34FC-A707E1B0E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FDE55-CD16-3659-433B-5F0BD7F42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2CD6-A6AF-444E-8954-F6B5C6C7A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82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31838-1CDB-7705-07E3-95435AF41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2BFF7-888E-633A-87BF-9AC17E003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03A117-8513-1D29-9B14-C6135E19B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9B3F3-713B-F7C9-A6B8-AEACFC9A9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7523-C322-5D46-BBF8-C08B31F7E84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3D8309-3C68-60B4-EE3D-F912AEE6B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32133-0526-35FA-5983-2C5861DE0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2CD6-A6AF-444E-8954-F6B5C6C7A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31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C4120-F8C3-90ED-2F47-A59E51B1F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89DBAD-CF1B-7A4B-55BE-63CC79D972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729464-D644-A799-A1F5-89B4B11A7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07EAFD-A7DC-B6B4-F16D-DFE4EC0F1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7523-C322-5D46-BBF8-C08B31F7E84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DB805-3FEB-880C-2CE5-04ECDA04B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D688E-93C7-264C-64DD-923A603F9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2CD6-A6AF-444E-8954-F6B5C6C7A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58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AABE9-3D5C-8959-9670-BC442635E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BA3AD-E71F-1CD5-4D20-2FFB45950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210B6-3652-2324-315F-21915B78B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7523-C322-5D46-BBF8-C08B31F7E84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7FB5D-61A7-9751-A5F1-122219CD8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CAD3A-1090-90D0-5DA7-72869BB59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2CD6-A6AF-444E-8954-F6B5C6C7A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54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BF89B4-24DF-7E4A-6109-62AD6B8130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4C0F9E-A0DE-0933-CBB4-E34C142AF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03178-DF2D-6583-C9E5-0C65493F6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17523-C322-5D46-BBF8-C08B31F7E84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F4590-066E-072C-66D0-3D68CC661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11F42-D338-3F8D-F493-B3008C562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E2CD6-A6AF-444E-8954-F6B5C6C7A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211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D4D5D7-606F-D132-D043-821C95C1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5FE47-E571-930B-6844-164E57E75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BEE41-F906-0ACF-A065-999E799688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617523-C322-5D46-BBF8-C08B31F7E84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1538C-5C5A-3CCF-B403-B8C49234F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1D63F-73DE-A08B-FCA7-C8D503D48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5E2CD6-A6AF-444E-8954-F6B5C6C7A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316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09662E-7866-7608-F692-3252270A5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26" y="2666429"/>
            <a:ext cx="2115879" cy="21018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DF57D2-597B-DC11-6F76-83E3138D8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419" y="2683238"/>
            <a:ext cx="2118094" cy="21040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7E347B-B966-E3D4-8CD3-BF29BD6FEF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674" y="2711301"/>
            <a:ext cx="2107905" cy="21079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F56B52-8DFB-AB93-DBC9-3A4E1C8474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045" y="2700668"/>
            <a:ext cx="2182333" cy="21823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CD2015-104E-7404-0F0F-96ED4DFB6E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8191" y="3136605"/>
            <a:ext cx="1714500" cy="1714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090073-D38F-A71C-3585-BC201BC470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2441" y="3200399"/>
            <a:ext cx="2192965" cy="219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387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Nao Suzuki</dc:creator>
  <cp:lastModifiedBy>Nao Suzuki</cp:lastModifiedBy>
  <cp:revision>1</cp:revision>
  <dcterms:created xsi:type="dcterms:W3CDTF">2026-05-01T17:15:08Z</dcterms:created>
  <dcterms:modified xsi:type="dcterms:W3CDTF">2026-05-01T17:17:40Z</dcterms:modified>
</cp:coreProperties>
</file>